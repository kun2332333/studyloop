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开场先用一句话立起主线：记忆不是录音机，而是每次提取都在重建。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举例：手机号 138 0013 8000 分成三组，比 11 个孤立数字好记得多。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所以本讲义每页只放 4~6 条要点——这不是排版偷懒，是认知负荷管理。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强调：记忆是生物过程，需要蛋白质合成与睡眠，不是靠意志力硬扛。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本软件用 FSRS 算法自动计算每张卡的复习间隔，就是你个人的遗忘曲线。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所以复习界面默认先让你自己回忆，再翻面看答案，绝不一上来就给答案。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如果你连续熬夜，记得再多也只是把信息堆在短时记忆里，第二天就没了。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这六条正是本软件功能设计的依据：功能不是拍脑袋加的，每条都对应一个效应。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记忆与学习：从突触到策略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一份给正在备考的你的认知科学速览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本讲回答三个问题：记忆如何形成、为什么会忘、怎样学才不白学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记忆的三级加工模型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感觉记忆：视觉图像约 0.5 秒，声像约 2 秒，几乎全部遗忘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短时记忆：容量约 7±2 个组块，保持约 20 秒，不复习立即消失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长时记忆：容量近乎无限，但需要编码与巩固才能真正存进去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组块化：把零散信息打包成一个组块，等于扩大了短时记忆容量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工作记忆：学习的瓶颈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工作记忆是当前正在操作信息的临时工作台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中央执行系统负责注意分配，语音环路负责语言材料，视空模板负责图像与空间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工作记忆容量有限，这是认知负荷理论的出发点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内在负荷来自材料难度，外在负荷来自糟糕的呈现方式，相关负荷才真正用于学习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降低外在负荷：一页只讲一件事，去掉无关装饰，把步骤写成清单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记忆的生理基础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记忆的物理载体是突触连接的强度变化，也就是突触可塑性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海马体负责把新经验快速写入，是陈述性记忆的中转站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长时程增强（LTP）指高频刺激后突触传递效率持久提高，被看作学习的基本机制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长时程抑制（LTD）则是相反方向的调节，两者共同完成精细的权重调整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睡眠期间海马体会把白天的记忆重放给大脑皮层，完成系统巩固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为什么会遗忘：遗忘曲线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艾宾浩斯遗忘曲线：新学材料在最初 24 小时内遗忘最快，之后逐渐变缓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遗忘不是记忆消失，多数是提取线索丢失，也就是想不起来而不是没存进去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对抗遗忘最有效的手段是间隔重复：在即将遗忘的时刻复习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每次成功回忆都会把遗忘曲线整体抬高，衰减速度也随之变慢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理想的复习间隔随掌握程度拉长：1 天、3 天、7 天、16 天、35 天</a:t>
            </a:r>
          </a:p>
        </p:txBody>
      </p:sp>
      <p:pic>
        <p:nvPicPr>
          <p:cNvPr id="4" name="Picture 3" descr="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480560"/>
            <a:ext cx="5669280" cy="3275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主动回忆与测试效应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提取练习：主动回忆比重读有效得多，这叫测试效应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测试本身不是评估手段，而是最强的学习手段之一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重读带来熟悉感，熟悉感会被误判为掌握，这就是流畅性错觉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合上书用自己的话复述，比划线高亮有效 2 倍以上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难度适中的提取最有效：太容易没有增益，完全想不起来会挫败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睡眠、运动与记忆巩固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慢波睡眠阶段的记忆重放是巩固的关键窗口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睡前 30 分钟复习当天最难的内容，利用睡眠完成巩固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睡眠不足会显著降低海马体的编码能力，熬夜背书是最差的策略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有氧运动提升脑源性神经营养因子（BDNF），间接支持突触可塑性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分散学习优于集中突击：同样 6 小时，分成 6 天效果远好于一天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233"/>
                </a:solidFill>
              </a:rPr>
              <a:t>高效学习策略清单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主动回忆：先自测，再查漏，最后才重读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间隔重复：把复习分散到多天，而不是考前突击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交错练习：不同题型、不同科目交替练，提升辨别与迁移能力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精细加工：多问为什么，把新知识接到旧知识的钩子上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费曼技巧：用大白话讲给外行听，讲不通的地方就是没懂的地方</a:t>
            </a:r>
          </a:p>
          <a:p>
            <a:pPr>
              <a:spcAft>
                <a:spcPts val="1000"/>
              </a:spcAft>
              <a:defRPr sz="1900">
                <a:solidFill>
                  <a:srgbClr val="2A3040"/>
                </a:solidFill>
              </a:defRPr>
            </a:pPr>
            <a:r>
              <a:t>• 双编码：文字配图，图像与语言两条通路同时编码，记忆更牢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